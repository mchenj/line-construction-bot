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</p:sldIdLst>
  <p:sldSz cx="6858000" cy="9906000" type="A4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258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AU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811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476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516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888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85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943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530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77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AU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437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462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68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AU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AU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3B6C0-6432-474C-AC23-DF91DA5BC350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3B801-D5BA-48FD-91B6-1C2EF35D65C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04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สี่เหลี่ยมผืนผ้า 15"/>
          <p:cNvSpPr/>
          <p:nvPr/>
        </p:nvSpPr>
        <p:spPr>
          <a:xfrm>
            <a:off x="0" y="8776134"/>
            <a:ext cx="6858000" cy="11298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sp>
        <p:nvSpPr>
          <p:cNvPr id="16" name="สี่เหลี่ยมผืนผ้า 15"/>
          <p:cNvSpPr/>
          <p:nvPr/>
        </p:nvSpPr>
        <p:spPr>
          <a:xfrm>
            <a:off x="0" y="0"/>
            <a:ext cx="6858000" cy="1877387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65707" y="2170040"/>
            <a:ext cx="6726585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2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IT๙" panose="020B0500040200020003" pitchFamily="34" charset="-34"/>
                <a:cs typeface="TH SarabunIT๙" panose="020B0500040200020003" pitchFamily="34" charset="-34"/>
              </a:rPr>
              <a:t>สัญญาจ้างผู้ให้บริการควบคุมงานก่อสร้าง</a:t>
            </a:r>
          </a:p>
          <a:p>
            <a:pPr algn="ctr"/>
            <a:r>
              <a:rPr lang="th-TH" sz="2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IT๙" panose="020B0500040200020003" pitchFamily="34" charset="-34"/>
                <a:cs typeface="TH SarabunIT๙" panose="020B0500040200020003" pitchFamily="34" charset="-34"/>
              </a:rPr>
              <a:t>เลขที่ 51/2567 ลงวันที่ 18 มิถุนายน</a:t>
            </a:r>
          </a:p>
          <a:p>
            <a:pPr algn="ctr"/>
            <a:r>
              <a:rPr lang="th-TH" sz="2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IT๙" panose="020B0500040200020003" pitchFamily="34" charset="-34"/>
                <a:cs typeface="TH SarabunIT๙" panose="020B0500040200020003" pitchFamily="34" charset="-34"/>
              </a:rPr>
              <a:t>โครงการพัฒนาพื้นที่ชุมชนหัวรอและพื้นที่ต่อเนื่องตำบลหัวรอ</a:t>
            </a:r>
          </a:p>
          <a:p>
            <a:pPr algn="ctr"/>
            <a:r>
              <a:rPr lang="th-TH" sz="2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IT๙" panose="020B0500040200020003" pitchFamily="34" charset="-34"/>
                <a:cs typeface="TH SarabunIT๙" panose="020B0500040200020003" pitchFamily="34" charset="-34"/>
              </a:rPr>
              <a:t>อำเภอเมืองพิษณุโลก จังหวัดพิษณุโลก</a:t>
            </a:r>
            <a:endParaRPr lang="th-TH" sz="28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0" y="3985922"/>
            <a:ext cx="6871809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3400" b="1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IT๙" panose="020B0500040200020003" pitchFamily="34" charset="-34"/>
                <a:cs typeface="TH SarabunIT๙" panose="020B0500040200020003" pitchFamily="34" charset="-34"/>
              </a:rPr>
              <a:t>รายงานประจำสัปดาห์ที่ 85/2569</a:t>
            </a:r>
          </a:p>
          <a:p>
            <a:pPr algn="ctr"/>
            <a:r>
              <a:rPr lang="th-TH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H SarabunIT๙" panose="020B0500040200020003" pitchFamily="34" charset="-34"/>
                <a:cs typeface="TH SarabunIT๙" panose="020B0500040200020003" pitchFamily="34" charset="-34"/>
              </a:rPr>
              <a:t>(ประจำวันที่ 16 – 23 มีนาคม 2569)</a:t>
            </a:r>
          </a:p>
        </p:txBody>
      </p:sp>
      <p:sp>
        <p:nvSpPr>
          <p:cNvPr id="15" name="สี่เหลี่ยมผืนผ้า 14"/>
          <p:cNvSpPr/>
          <p:nvPr/>
        </p:nvSpPr>
        <p:spPr>
          <a:xfrm>
            <a:off x="7603377" y="432857"/>
            <a:ext cx="55175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th-TH" sz="1400" dirty="0">
                <a:ln w="0"/>
                <a:solidFill>
                  <a:schemeClr val="bg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ต้นฉบับ</a:t>
            </a:r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1983026" y="434514"/>
            <a:ext cx="45033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th-TH" sz="4000" b="1" dirty="0">
                <a:solidFill>
                  <a:srgbClr val="FFFF00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กรมโยธาธิการและผังเมือง</a:t>
            </a:r>
            <a:endParaRPr lang="en-AU" sz="4000" b="1" dirty="0">
              <a:solidFill>
                <a:srgbClr val="FFFF00"/>
              </a:solidFill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sp>
        <p:nvSpPr>
          <p:cNvPr id="19" name="สี่เหลี่ยมผืนผ้า 18"/>
          <p:cNvSpPr/>
          <p:nvPr/>
        </p:nvSpPr>
        <p:spPr>
          <a:xfrm>
            <a:off x="1983026" y="9051906"/>
            <a:ext cx="47189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4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H SarabunIT๙" panose="020B0500040200020003" pitchFamily="34" charset="-34"/>
                <a:ea typeface="Times New Roman" panose="02020603050405020304" pitchFamily="18" charset="0"/>
                <a:cs typeface="TH SarabunIT๙" panose="020B0500040200020003" pitchFamily="34" charset="-34"/>
              </a:rPr>
              <a:t>บริษัท กรุงเทพเอ็นยิเนียริ่งคอนซัลแตนท์ จำกัด</a:t>
            </a:r>
          </a:p>
        </p:txBody>
      </p:sp>
      <p:pic>
        <p:nvPicPr>
          <p:cNvPr id="20" name="รูปภาพ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90" y="8910024"/>
            <a:ext cx="920947" cy="756000"/>
          </a:xfrm>
          <a:prstGeom prst="rect">
            <a:avLst/>
          </a:prstGeom>
        </p:spPr>
      </p:pic>
      <p:sp>
        <p:nvSpPr>
          <p:cNvPr id="22" name="สี่เหลี่ยมผืนผ้า 21"/>
          <p:cNvSpPr/>
          <p:nvPr/>
        </p:nvSpPr>
        <p:spPr>
          <a:xfrm>
            <a:off x="293759" y="9128849"/>
            <a:ext cx="8198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1400" b="1" dirty="0">
                <a:solidFill>
                  <a:srgbClr val="002060"/>
                </a:solidFill>
                <a:latin typeface="TH SarabunIT๙" panose="020B0500040200020003" pitchFamily="34" charset="-34"/>
                <a:ea typeface="Times New Roman" panose="02020603050405020304" pitchFamily="18" charset="0"/>
                <a:cs typeface="TH SarabunIT๙" panose="020B0500040200020003" pitchFamily="34" charset="-34"/>
              </a:rPr>
              <a:t>จัดทำโดย</a:t>
            </a:r>
            <a:endParaRPr lang="en-AU" sz="1200" b="1" dirty="0">
              <a:solidFill>
                <a:srgbClr val="002060"/>
              </a:solidFill>
              <a:latin typeface="TH SarabunIT๙" panose="020B0500040200020003" pitchFamily="34" charset="-34"/>
              <a:ea typeface="Times New Roman" panose="02020603050405020304" pitchFamily="18" charset="0"/>
              <a:cs typeface="TH SarabunIT๙" panose="020B0500040200020003" pitchFamily="34" charset="-34"/>
            </a:endParaRPr>
          </a:p>
        </p:txBody>
      </p:sp>
      <p:sp>
        <p:nvSpPr>
          <p:cNvPr id="23" name="สี่เหลี่ยมผืนผ้า 15"/>
          <p:cNvSpPr/>
          <p:nvPr/>
        </p:nvSpPr>
        <p:spPr>
          <a:xfrm>
            <a:off x="0" y="8572386"/>
            <a:ext cx="6858000" cy="188859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sp>
        <p:nvSpPr>
          <p:cNvPr id="24" name="สี่เหลี่ยมผืนผ้า 15"/>
          <p:cNvSpPr/>
          <p:nvPr/>
        </p:nvSpPr>
        <p:spPr>
          <a:xfrm>
            <a:off x="-4191" y="1906449"/>
            <a:ext cx="6876000" cy="1699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B0E118-CE8D-96E8-BDAF-A63EC57A48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62" y="223062"/>
            <a:ext cx="1460153" cy="14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30A39D-AD6F-1572-4AD1-805218A26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8737" y="5243196"/>
            <a:ext cx="4675555" cy="3090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162918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60</Words>
  <Application>Microsoft Office PowerPoint</Application>
  <PresentationFormat>กระดาษ A4 (210x297 มม.)</PresentationFormat>
  <Paragraphs>10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TH SarabunIT๙</vt:lpstr>
      <vt:lpstr>ธีมของ Office</vt:lpstr>
      <vt:lpstr>งานนำเสนอ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KEC-COM1</dc:creator>
  <cp:lastModifiedBy>Montanasak Chenjit</cp:lastModifiedBy>
  <cp:revision>114</cp:revision>
  <cp:lastPrinted>2023-09-11T03:28:03Z</cp:lastPrinted>
  <dcterms:created xsi:type="dcterms:W3CDTF">2015-02-19T01:11:55Z</dcterms:created>
  <dcterms:modified xsi:type="dcterms:W3CDTF">2026-03-21T07:41:24Z</dcterms:modified>
</cp:coreProperties>
</file>